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Kenapa Ada Bilangan Kompleks di AC?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CORE-001 | Ringkasan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Target: mahasiswa S1 tahun 1-2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Fokus: makna fisis + aplikasi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Hasil: paham phasor dan impedansi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Indonesian | Slide 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Tujuan Belajar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Menjelaskan kenapa sistem AC butuh bilangan kompleks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Memvisualisasikan phasor sebagai vektor berputar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Konversi time-domain ke phasor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Menginterpretasi magnitude dan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Indonesian | Slide 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Masalah Utama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3035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Trigonometri (time-domain)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Langkah panjang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Rawan salah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Sulit untuk banyak fasa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Phasor (domain kompleks)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Langkah ringkas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Aljabar sederhana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Skalabel untuk sistem besar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Indonesian | Slide 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Hook Visual: Split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Kiri: sinusoida kompleks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Kanan: satu penjumlahan phasor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Pesan: hasil sama, usaha berbeda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Indonesian | Slide 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Ide Inti: Vektor Berputar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329184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29260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Gelombang sinus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828800"/>
            <a:ext cx="329184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29260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Vektor berputar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0" y="1828800"/>
            <a:ext cx="329184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19" y="2011680"/>
            <a:ext cx="29260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Proyeksi ke sumbu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10972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Gelombang sinus = proyeksi vektor berputar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Phase = posisi sudut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Magnitude = panjang vektor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Indonesian | Slide 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Dua Vektor Sekaligus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V1 = 100, phase 0 deg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V2 = 80, phase 45 deg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Proyeksi menghasilkan dua gelombang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Indonesian | Slide 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Penjumlahan Vektor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Tip-to-tail menghasilkan vektor hasil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Proyeksi hasil = gelombang total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Lebih mudah dari sin(A)+sin(B)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Indonesian | Slide 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Dari Polar ke Kartesian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Z = R cos(theta) + j R sin(theta)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Sumbu real = komponen horizontal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Sumbu imag = komponen vertikal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Indonesian | Slide 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Bidang Kompleks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Sumbu real: resistif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Sumbu imag: reaktif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j = rotasi 90 deg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Indonesian | Slide 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Euler untuk Phasor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Z = R * e^(j theta)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Bentuk ringkas untuk magnitude dan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Indonesian | Slide 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Impedansi Resistor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Z_R =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Tidak ada pergeseran fasa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Indonesian | Slide 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Impedansi Induktor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Z_L = j * omega * 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Tegangan mendahului arus 90 deg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Indonesian | Slide 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Impedansi Kapasitor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Z_C = -j / (omega * 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Arus mendahului tegangan 90 deg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Indonesian | Slide 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RLC Seri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Z = R + j(omega L - 1/(omega C))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Real part = R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Imag part =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Indonesian | Slide 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Magnitude dan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|Z| = sqrt(R^2 + X^2)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phase = arctan(X/R)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Makna: besar dan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Indonesian | Slide 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Contoh Hitung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R=10, L=50 mH, C=100 uF, f=50 Hz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Z = 10 - j16.12 ohm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I = 11.6 A dengan phase +58.1 deg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Indonesian | Slide 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Power 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Cos(phase) menentukan efisiensi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Induktif: PF lagging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Kapasitif: PF leading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Indonesian | Slide 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Aplikasi Industri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Load flow: semua bus pakai bilangan kompleks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Protection relay: zone di R-X plane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Power quality: analisis harmonik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Indonesian | Slide 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Simulasi dan Eksplorasi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Ubah f dan C untuk lihat perubahan phase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Resonansi saat X_L = X_C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Phasor diagram sebagai alat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Indonesian | Slide 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Ringkasan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Bilangan kompleks = magnitude + phase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j = rotasi 90 deg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Phasor membuat analisis AC cepat dan jelas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Indonesian | Slide 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