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Why Complex Numbers in AC?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CORE-001 | Visual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Audience: 1st-2nd year undergrads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Focus: physical meaning + applications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Outcome: phasor 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Learning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Explain why AC needs complex numbers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Visualize phasors as rotating vectors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Convert time-domain to phasor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Interpret magnitude and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 Core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Trigonometry (time-domain)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Long steps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Error-prone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Hard for many phases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40AF"/>
                </a:solidFill>
              </a:defRPr>
            </a:pPr>
            <a:r>
              <a:t>Phasor (complex domain)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Compact math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Simple addition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Scales to big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Hook Visual: Split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Left: long sinus equations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Right: short phasor sum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Same result, less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Key Idea: Rotating Vector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32918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29260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Sine wave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828800"/>
            <a:ext cx="32918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29260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Rotating vector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1040" y="1828800"/>
            <a:ext cx="32918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19" y="2011680"/>
            <a:ext cx="29260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Projection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972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Sine wave = projection of a rotating vector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Phase = angle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Magnitude = 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Two Vectors at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V1 = 100, phase 0 deg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V2 = 80, phase 45 deg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Projections create two waves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Vector Addition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Tip-to-tail gives resultant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Result projection = summed wave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Much easier than sin(A)+sin(B)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Polar to Rectangular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Z = R cos(theta) + j R sin(theta)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Real axis = horizontal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Imag axis = vertical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Complex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Real axis: resistive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Imag axis: reactive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j = 90 deg rotation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Euler for Phasor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Z = R * e^(j theta)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Compact form for magnitude and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Resistor Impedance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Z_R =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No phase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Inductor Impedance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Z_L = j * omega * 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Voltage leads current by 90 deg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Capacitor Impedance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Z_C = -j / (omega * 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Current leads voltage by 90 deg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Series RLC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E40AF"/>
                </a:solidFill>
              </a:defRPr>
            </a:pPr>
            <a:r>
              <a:t>Z = R + j(omega L - 1/(omega C))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Real part = R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Imag part =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Magnitude and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|Z| = sqrt(R^2 + X^2)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phase = arctan(X/R)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Meaning: size and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Quick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R=10, L=50 mH, C=100 uF, f=50 Hz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Z = 10 - j16.12 ohm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I = 11.6 A with phase +58.1 deg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Power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Cos(phase) controls efficiency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Inductive: PF lagging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Capacitive: PF leading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Industry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Load flow: complex bus voltages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Protection relay: R-X plane zones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Power quality: harmonic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Simulation and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Change f and C to see phase shifts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Resonance when X_L = X_C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Phasor diagram as main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Wrap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Complex numbers = magnitude + phase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j = 90 deg rotation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Phasors simplify AC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CORE-001 | English | Slide 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